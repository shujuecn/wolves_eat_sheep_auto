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A97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327150" y="0"/>
            <a:ext cx="3689350" cy="6858000"/>
            <a:chOff x="2090" y="0"/>
            <a:chExt cx="5810" cy="10800"/>
          </a:xfrm>
        </p:grpSpPr>
        <p:pic>
          <p:nvPicPr>
            <p:cNvPr id="4" name="图片 3" descr="空棋盘-对局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90" y="0"/>
              <a:ext cx="5811" cy="10800"/>
            </a:xfrm>
            <a:prstGeom prst="rect">
              <a:avLst/>
            </a:prstGeom>
          </p:spPr>
        </p:pic>
        <p:pic>
          <p:nvPicPr>
            <p:cNvPr id="5" name="图片 4" descr="空棋盘"/>
            <p:cNvPicPr>
              <a:picLocks noChangeAspect="1"/>
            </p:cNvPicPr>
            <p:nvPr/>
          </p:nvPicPr>
          <p:blipFill>
            <a:blip r:embed="rId2"/>
            <a:srcRect t="30278" b="21778"/>
            <a:stretch>
              <a:fillRect/>
            </a:stretch>
          </p:blipFill>
          <p:spPr>
            <a:xfrm>
              <a:off x="2090" y="3131"/>
              <a:ext cx="5811" cy="5178"/>
            </a:xfrm>
            <a:prstGeom prst="rect">
              <a:avLst/>
            </a:prstGeom>
          </p:spPr>
        </p:pic>
        <p:pic>
          <p:nvPicPr>
            <p:cNvPr id="7" name="图片 6" descr="网格线检测"/>
            <p:cNvPicPr>
              <a:picLocks noChangeAspect="1"/>
            </p:cNvPicPr>
            <p:nvPr/>
          </p:nvPicPr>
          <p:blipFill>
            <a:blip r:embed="rId3"/>
            <a:srcRect t="4578" b="8209"/>
            <a:stretch>
              <a:fillRect/>
            </a:stretch>
          </p:blipFill>
          <p:spPr>
            <a:xfrm>
              <a:off x="2096" y="3368"/>
              <a:ext cx="5805" cy="4515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6137910" y="-635"/>
            <a:ext cx="3689350" cy="6866890"/>
            <a:chOff x="9666" y="-1"/>
            <a:chExt cx="5810" cy="10814"/>
          </a:xfrm>
        </p:grpSpPr>
        <p:sp>
          <p:nvSpPr>
            <p:cNvPr id="17" name="矩形 16"/>
            <p:cNvSpPr/>
            <p:nvPr/>
          </p:nvSpPr>
          <p:spPr>
            <a:xfrm>
              <a:off x="9666" y="-1"/>
              <a:ext cx="5811" cy="1081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4" name="图片 13" descr="网格线检测"/>
            <p:cNvPicPr>
              <a:picLocks noChangeAspect="1"/>
            </p:cNvPicPr>
            <p:nvPr/>
          </p:nvPicPr>
          <p:blipFill>
            <a:blip r:embed="rId4"/>
            <a:srcRect l="13747" t="5096" r="13695" b="4764"/>
            <a:stretch>
              <a:fillRect/>
            </a:stretch>
          </p:blipFill>
          <p:spPr>
            <a:xfrm>
              <a:off x="10471" y="3599"/>
              <a:ext cx="4212" cy="4068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11760" y="2016"/>
              <a:ext cx="447" cy="447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4180" y="9986"/>
              <a:ext cx="447" cy="447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4230" y="2501"/>
              <a:ext cx="640" cy="447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CuiNuan</cp:lastModifiedBy>
  <cp:revision>164</cp:revision>
  <dcterms:created xsi:type="dcterms:W3CDTF">2026-08-24T12:19:15Z</dcterms:created>
  <dcterms:modified xsi:type="dcterms:W3CDTF">2026-08-24T12:19:15Z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D0753B2A87B834313A1E8B6AD5C55A38_41</vt:lpwstr>
  </property>
</Properties>
</file>